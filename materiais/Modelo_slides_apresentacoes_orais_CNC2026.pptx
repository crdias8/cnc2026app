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>
        <p:scale>
          <a:sx n="50" d="100"/>
          <a:sy n="50" d="100"/>
        </p:scale>
        <p:origin x="4464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C547C7-E316-449C-A3B1-1AB6E489C138}" type="datetimeFigureOut">
              <a:rPr lang="pt-BR" smtClean="0"/>
              <a:t>17/07/2026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1C5A4E-65F5-4F26-9E4C-9C04ABA56F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1047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02F68986-9D60-B895-DC90-B20DB4D9D0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75000"/>
                    </a14:imgEffect>
                  </a14:imgLayer>
                </a14:imgProps>
              </a:ext>
            </a:extLst>
          </a:blip>
          <a:srcRect r="775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0" name="Imagem 9" descr="Celestia-R1---OverlayTitleHD.png">
            <a:extLst>
              <a:ext uri="{FF2B5EF4-FFF2-40B4-BE49-F238E27FC236}">
                <a16:creationId xmlns:a16="http://schemas.microsoft.com/office/drawing/2014/main" id="{0866ABC8-A78C-6DE4-7D32-82C58F396B8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5976" r="7796" b="2561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8403D3F-8F5A-E214-9356-C264C54876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 algn="ctr"/>
            <a:r>
              <a:rPr lang="pt-BR" sz="60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Título da apresentação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743BE07-DDF1-8C22-3331-7E7CF860578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665289"/>
          </a:xfr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marL="0" indent="0" algn="ctr">
              <a:buNone/>
            </a:pPr>
            <a:r>
              <a:rPr lang="pt-BR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Nome do Apresentador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BCAF4477-14C1-F250-9DBA-BCDCF9C637A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756" y="55214"/>
            <a:ext cx="4706122" cy="1905004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4A7C06CD-B06F-AF80-F138-B383C7A1997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855" b="31671"/>
          <a:stretch>
            <a:fillRect/>
          </a:stretch>
        </p:blipFill>
        <p:spPr>
          <a:xfrm>
            <a:off x="6852357" y="399365"/>
            <a:ext cx="5339643" cy="1215677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7AFD957D-FA86-8C61-4B77-85B3EBE7EF7E}"/>
              </a:ext>
            </a:extLst>
          </p:cNvPr>
          <p:cNvSpPr txBox="1"/>
          <p:nvPr userDrawn="1"/>
        </p:nvSpPr>
        <p:spPr>
          <a:xfrm>
            <a:off x="6852357" y="203200"/>
            <a:ext cx="533964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500" dirty="0">
                <a:solidFill>
                  <a:schemeClr val="bg1"/>
                </a:solidFill>
                <a:latin typeface="Bookman Old Style" panose="02050604050505020204" pitchFamily="18" charset="0"/>
              </a:rPr>
              <a:t>Realização</a:t>
            </a:r>
          </a:p>
        </p:txBody>
      </p:sp>
      <p:sp>
        <p:nvSpPr>
          <p:cNvPr id="17" name="Espaço Reservado para Texto 2">
            <a:extLst>
              <a:ext uri="{FF2B5EF4-FFF2-40B4-BE49-F238E27FC236}">
                <a16:creationId xmlns:a16="http://schemas.microsoft.com/office/drawing/2014/main" id="{F584AADA-E7DB-0CE8-5029-0DF3885380A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38200" y="5281740"/>
            <a:ext cx="10515600" cy="665289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marL="0" indent="0" algn="ctr">
              <a:buNone/>
            </a:pPr>
            <a:r>
              <a:rPr lang="pt-BR" sz="24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cargo/filiação</a:t>
            </a:r>
          </a:p>
        </p:txBody>
      </p:sp>
    </p:spTree>
    <p:extLst>
      <p:ext uri="{BB962C8B-B14F-4D97-AF65-F5344CB8AC3E}">
        <p14:creationId xmlns:p14="http://schemas.microsoft.com/office/powerpoint/2010/main" val="3829084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ítulo 1">
            <a:extLst>
              <a:ext uri="{FF2B5EF4-FFF2-40B4-BE49-F238E27FC236}">
                <a16:creationId xmlns:a16="http://schemas.microsoft.com/office/drawing/2014/main" id="{67F8D4A0-B92D-B613-5354-802DF5D62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20" name="Espaço Reservado para Número de Slide 4">
            <a:extLst>
              <a:ext uri="{FF2B5EF4-FFF2-40B4-BE49-F238E27FC236}">
                <a16:creationId xmlns:a16="http://schemas.microsoft.com/office/drawing/2014/main" id="{430B4B51-005D-48F1-79F5-3698D016A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3400" y="6464973"/>
            <a:ext cx="2743200" cy="365125"/>
          </a:xfrm>
        </p:spPr>
        <p:txBody>
          <a:bodyPr/>
          <a:lstStyle/>
          <a:p>
            <a:fld id="{FA1F398B-DCF0-4928-8173-21C5EF75B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7579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AD875B-51C9-D962-4B1C-4285EFE6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12B25EE-01A1-7FEF-3688-354255CB8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F398B-DCF0-4928-8173-21C5EF75B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2733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A42C5D-2735-4548-41F1-EECF8B70C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0D6496-1449-9D01-20A6-258DC2B16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C3CB9F-F8E9-DCC2-B03C-222148E4F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F398B-DCF0-4928-8173-21C5EF75B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808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17CA5B-B34F-D34C-B9FF-BFDBB6258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6AB5F9-EB3B-ACBF-F956-F4E58F169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5587BA1-35C7-E6F3-72C8-176548CF5B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0581D45-B81C-A5C0-BCFE-7423C08A5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F398B-DCF0-4928-8173-21C5EF75B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9971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76F6B6-3D22-CCB8-9478-3A0D16373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B2A2143-2171-5C17-8276-093BC0194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2EEB0A5-722E-9CBE-67EB-834AC77161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4F40DCA-90FD-FC3F-480C-E5866C2261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1F80AFE-7F48-7215-BEFC-D581F842CE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99D74CF-ABF0-14F2-E579-C07754140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F398B-DCF0-4928-8173-21C5EF75B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3911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A975C90-15CF-D044-976E-2A5CA8787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F398B-DCF0-4928-8173-21C5EF75B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0748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D66EA3-1E25-E4F6-6EEF-5EE131BCF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F5F710-A28F-C2F4-0077-6AA799001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DE2A7EA-9192-80E4-B302-49345E496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409E02-50FA-7B99-3ECA-C8BF88832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F398B-DCF0-4928-8173-21C5EF75B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6603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824256-6AA1-6129-3580-C888F898F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DE88F26-4F74-1F34-0C9C-EE03096458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5231DF-4599-527D-CF19-AF06FE1DDB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657244D-9B6F-D6C7-0E60-AF5C504FB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F398B-DCF0-4928-8173-21C5EF75B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8325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4DA957-920B-214B-29E1-1F8D57847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82FE2A2-F66B-7200-69DF-A23F14BA9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E75D30-132F-4CA5-5B2C-343C92185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F398B-DCF0-4928-8173-21C5EF75B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2105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D79381E-9631-FEC3-40B9-2C9196FDB1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 algn="ctr">
              <a:defRPr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B6CA434-6D28-45E7-BD6C-131C7E94D5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ECF13C-3BA5-DDBE-E327-70020C145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F398B-DCF0-4928-8173-21C5EF75B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84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629C830-8793-5C4B-28E6-C6C322AA2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80BA26B-2D01-C3DF-6759-FD791B895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CCB3E4-6BE9-690D-AF33-EC99D973FF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23400" y="646497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defRPr>
            </a:lvl1pPr>
          </a:lstStyle>
          <a:p>
            <a:fld id="{FA1F398B-DCF0-4928-8173-21C5EF75B949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5040332-A5A9-8F8F-CA38-7D20D58C7073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21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aturation sat="75000"/>
                    </a14:imgEffect>
                  </a14:imgLayer>
                </a14:imgProps>
              </a:ext>
            </a:extLst>
          </a:blip>
          <a:srcRect r="775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5E1D845B-D94D-0FE5-6FC9-C63E4B8D6A89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alphaModFix amt="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3" t="33447" r="63778" b="12241"/>
          <a:stretch>
            <a:fillRect/>
          </a:stretch>
        </p:blipFill>
        <p:spPr>
          <a:xfrm>
            <a:off x="2768600" y="1"/>
            <a:ext cx="9423400" cy="68580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B1E3952B-2E33-019B-84E9-7AD5A9E6651E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88" r="2966" b="40750"/>
          <a:stretch>
            <a:fillRect/>
          </a:stretch>
        </p:blipFill>
        <p:spPr>
          <a:xfrm>
            <a:off x="9039226" y="5419002"/>
            <a:ext cx="2781299" cy="106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147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49" r:id="rId2"/>
    <p:sldLayoutId id="2147483654" r:id="rId3"/>
    <p:sldLayoutId id="2147483650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DLaM Display" panose="02010000000000000000" pitchFamily="2" charset="0"/>
          <a:ea typeface="ADLaM Display" panose="02010000000000000000" pitchFamily="2" charset="0"/>
          <a:cs typeface="ADLaM Display" panose="0201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DLaM Display" panose="02010000000000000000" pitchFamily="2" charset="0"/>
          <a:ea typeface="ADLaM Display" panose="02010000000000000000" pitchFamily="2" charset="0"/>
          <a:cs typeface="ADLaM Display" panose="0201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DLaM Display" panose="02010000000000000000" pitchFamily="2" charset="0"/>
          <a:ea typeface="ADLaM Display" panose="02010000000000000000" pitchFamily="2" charset="0"/>
          <a:cs typeface="ADLaM Display" panose="0201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DLaM Display" panose="02010000000000000000" pitchFamily="2" charset="0"/>
          <a:ea typeface="ADLaM Display" panose="02010000000000000000" pitchFamily="2" charset="0"/>
          <a:cs typeface="ADLaM Display" panose="0201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DLaM Display" panose="02010000000000000000" pitchFamily="2" charset="0"/>
          <a:ea typeface="ADLaM Display" panose="02010000000000000000" pitchFamily="2" charset="0"/>
          <a:cs typeface="ADLaM Display" panose="020100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DLaM Display" panose="02010000000000000000" pitchFamily="2" charset="0"/>
          <a:ea typeface="ADLaM Display" panose="02010000000000000000" pitchFamily="2" charset="0"/>
          <a:cs typeface="ADLaM Display" panose="0201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46CE06-2FE0-C0A8-7FFC-301B2237F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D8CC9F3-739B-C853-0153-7172AA666A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BA27AE-E3BD-4D09-F228-62D1BD9F32EF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66999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14D0DC-3118-47E2-82F8-2DF0F6998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B30E91E-F3AC-B63D-3C60-F53A67522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F398B-DCF0-4928-8173-21C5EF75B94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05536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ADLaM Display</vt:lpstr>
      <vt:lpstr>Aptos</vt:lpstr>
      <vt:lpstr>Arial</vt:lpstr>
      <vt:lpstr>Bookman Old Style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Claudemir Rodrigues Dias Filho</dc:creator>
  <cp:lastModifiedBy>Claudemir Rodrigues Dias Filho</cp:lastModifiedBy>
  <cp:revision>2</cp:revision>
  <dcterms:created xsi:type="dcterms:W3CDTF">2026-07-17T14:21:16Z</dcterms:created>
  <dcterms:modified xsi:type="dcterms:W3CDTF">2026-07-17T14:35:29Z</dcterms:modified>
</cp:coreProperties>
</file>